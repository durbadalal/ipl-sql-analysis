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IPL 2019 became a much more aggressive tournament than 2018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SQL-based comparison of IPL 2018 vs 2019 using batting and bowling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changed between IPL 2018 and 2019?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team performance, batting aggression, player impact, and bowling trends using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Turning raw scorecards into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Workflow: CSV datasets → SQL analysis → insights → visual storytelling.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Chennai and Mumbai sustained elite consistency across seasons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team performance outperformed dependence on individual players.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IPL 2019 rewarded explosive batting more than 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Strike rates and aggressive scoring patterns increased significantly in 2019.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few players generated disproportionate match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performers balanced consistency with scoring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Bowlers faced a tougher environment in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batting aggression increased scoring pressure on bowlers.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game evolved toward high-tempo cricket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suggests IPL 2019 emphasized attacking cricket strategies.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project combined SQL analysis with data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 demonstrated: SQL, aggregations, ranking, analytics storytelling.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for analysts who can turn data into stories?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to Data Analyst and SQL-focused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